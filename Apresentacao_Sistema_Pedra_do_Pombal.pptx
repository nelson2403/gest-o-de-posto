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Sistema de Gestão de Postos</a:t>
            </a:r>
          </a:p>
          <a:p>
            <a:r>
              <a:rPr sz="3000" b="1" i="0">
                <a:solidFill>
                  <a:srgbClr val="FFC9B8"/>
                </a:solidFill>
                <a:latin typeface="Calibri"/>
              </a:rPr>
              <a:t>Pedra do Pombal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0D8D4"/>
                </a:solidFill>
                <a:latin typeface="Calibri"/>
              </a:rPr>
              <a:t>Treinamento Interno — Visão dos Módulos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Visão Geral do Sistema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O painel central de gestão dos 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Reúne, em um só lugar, a gestão financeira, fiscal, de estoque e de caixa dos postos.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Integrado ao AUTOSYSTEM — puxa vendas, movimentos e títulos automaticamente.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Acesso pelo navegador, com menu por áreas no topo: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–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Dashboard, Financeiro, Fiscal, Compras, Comissionamento, Controle Geral e Analítico.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Cada usuário vê apenas o que seu perfil de acesso permite.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Financeiro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Contas, caixas e dinheiro sob 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Contas a Receber: acompanhamento de recebíveis por posto e forma de pagamento.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Contas a Pagar: conferência diária, despesas fixas, títulos e boletos/solicitações.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Controle de Caixas e Controle de Dinheiro: saldos e movimentações por posto.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Fechamento de Caixa Eletrônico: consulta dos fechamentos enviados pelos frentistas.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Conciliação Bancária &amp; Divergências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Conferência automática extrato ×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Geração de tarefas de conciliação e painel do Extrato Bancário.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O sistema compara o movimento do extrato com o do AUTOSYSTEM e aponta divergências.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Conciliadores veem apenas as divergências dos seus postos; o master vê todas.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Ao entrar no sistema, o recálculo das divergências é feito automaticamente.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–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Clicar na divergência leva direto à tarefa para resolver.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Fiscal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Notas, manifestos e boletos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Painel Fiscal: visão das notas e situação fiscal por posto.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Tarefas Fiscal: reconhecimento de NF, boletos, romaneios e uso/consumo.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Manifestação de notas e sincronização automática com o AUTOSYSTEM.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Envio de boletos para o Contas a Pagar de forma integrada.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Compras &amp; Estoque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Do pedido à contagem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Estoque de combustíveis e conveniência, com contagem por pista/produto.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Uso e Consumo: controle das despesas marcadas para consumo interno.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Sugestão de Pedido: ajuda a decidir o que comprar com base no giro.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Cadastro de Fornecedores e rotina de visitas.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Fechamento de Caixa (PDV)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Tela do frentista, separada do sistema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O frentista acessa /pdv e entra com código de operador + PIN.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Preenche os valores que tem em caixa; o sistema revela os valores do AUTOSYSTEM e mostra a diferença.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Assina na tela e o comprovante é impresso na impressora térmica (via QZ Tray).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Regras de segurança: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–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Só é permitido fechar o dia atual.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–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Apenas um fechamento por frentista por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Comissionamento &amp; Analítico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Metas, comissões e análise de vendas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Comissionamento: esquemas, regras, metas, simulação e relatórios (perfil master).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Analítico e Análise de Vendas: acompanhamento de desempenho por posto e período.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Dashboards para apoiar decisões do dia a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Acessos &amp; Segurança</a:t>
            </a:r>
          </a:p>
          <a:p>
            <a:r>
              <a:rPr sz="1400" b="0" i="0">
                <a:solidFill>
                  <a:srgbClr val="F0D8D4"/>
                </a:solidFill>
                <a:latin typeface="Calibri"/>
              </a:rPr>
              <a:t>Cada um vê só o que precisa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Perfis de acesso definem o que cada usuário enxerga e pode fazer.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Papéis como master, administradores, conciliador e operador de caixa.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Conciliador acessa apenas os postos atribuídos a ele.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97316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Central de Acessos: portais, senhas, câmeras e servidores organizados.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Sistema de Gestão • Pedra do Pombal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Tudo num só lugar.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F0D8D4"/>
                </a:solidFill>
                <a:latin typeface="Calibri"/>
              </a:rPr>
              <a:t>Controle financeiro, fiscal, estoque, caixa e conciliação — integrados ao AUTOSYSTEM.</a:t>
            </a:r>
          </a:p>
          <a:p>
            <a:pPr>
              <a:spcBef>
                <a:spcPts val="2400"/>
              </a:spcBef>
            </a:pPr>
            <a:r>
              <a:rPr sz="1500" b="0" i="0">
                <a:solidFill>
                  <a:srgbClr val="FFC9B8"/>
                </a:solidFill>
                <a:latin typeface="Calibri"/>
              </a:rPr>
              <a:t>Dúvidas no uso? Fale com o setor financeiro/TI.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